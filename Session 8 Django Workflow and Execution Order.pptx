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5" r:id="rId2"/>
    <p:sldId id="256" r:id="rId3"/>
    <p:sldId id="257" r:id="rId4"/>
    <p:sldId id="258" r:id="rId5"/>
    <p:sldId id="259" r:id="rId6"/>
    <p:sldId id="260" r:id="rId7"/>
    <p:sldId id="274" r:id="rId8"/>
    <p:sldId id="273" r:id="rId9"/>
    <p:sldId id="261" r:id="rId10"/>
    <p:sldId id="272" r:id="rId11"/>
    <p:sldId id="262" r:id="rId12"/>
    <p:sldId id="263" r:id="rId13"/>
    <p:sldId id="264" r:id="rId14"/>
    <p:sldId id="27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366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6A6C8-8640-297A-3499-7EDE8A29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62C6E-FAFB-79E4-9CCD-B5CD4EE6B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A4AFE-74CB-4153-4E71-999FFEAEC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D145C-1D2F-0DA5-11E8-FE325154BC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12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0EAFD-7560-6FE0-B35A-D9331C420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32E4C-0B82-E818-E43A-1DC9F2F9D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48394-6C1B-DE01-ECAC-B060A6E94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F5451-D352-62AF-0BCC-4305A65BF2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56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E3770-1232-131E-FDFA-F413EF0A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E323E-DD8B-A5AE-8DF4-AABB5B49A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C7F6C-825F-7CD3-ACD5-7951816B4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79943-4CE2-5742-CA10-12B73547EC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13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FACE-5907-ED96-185C-CB10116E1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22861B-ED08-9657-C028-287B2EF29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C6021-541A-84A8-C96C-A3E33BBAD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FC51E-FDD6-9FF6-ECFD-4DED0A588E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51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577F4-378B-75DD-5BDB-7BE288D3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784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05156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400" dirty="0">
                <a:solidFill>
                  <a:srgbClr val="F5C0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Django REST Framework</a:t>
            </a:r>
            <a:r>
              <a:rPr lang="en-US" sz="4400" dirty="0"/>
              <a:t> </a:t>
            </a:r>
            <a:r>
              <a:rPr lang="en-US" sz="4400" dirty="0">
                <a:solidFill>
                  <a:srgbClr val="F5C0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Request Lifecycle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36576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Sube, Lhourde Ian R.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Python Fundamentals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TYDP Information Technology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0" y="63367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REST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Roadmap: Request to Response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picture, before we zoom in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sends an HTTP request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middleware runs (auth, sessions, CORS, security...)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router matches the request to a view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view's dispatch() method takes over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DRF authentication and permission checks run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Parsers decode the request body into Python data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 method routes to create / update / list / destroy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serializer validates the data, then save() writes to the database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 is built and flows back out through middleware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0" y="63367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Entering Django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 DRF-specific code runs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2179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request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 arrives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63240" y="2446020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4787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CORS, sessions...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2446020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7395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router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to a 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2446020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2688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40003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(dispatch)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APIView / ViewSet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11247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runs top-to-bottom on the way in, and bottom-to-top on the response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middleware can short-circuit and return a response early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URL router matches the request path to a specific view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dispatch() is the entry point DRF adds on top of standard Django views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0" y="63367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Middleware Actually Does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chain every request — and response — passes through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1247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SecurityMiddleware — HTTPS redirects, security headers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SessionMiddleware — reads the session cookie, attaches request.session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CommonMiddleware — URL normalization (e.g. trailing slashes)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CsrfViewMiddleware — checks the CSRF token on unsafe methods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AuthenticationMiddleware — attaches request.user from the session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CorsMiddleware — adds CORS headers for cross-origin frontends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5166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51663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Django's AuthenticationMiddleware sets request.user from the session. DRF re-checks auth independently using its own authentication_classes.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0" y="63367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Inside the DRF 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Authentication, parsing, and routing to a method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2179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permissions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this, what can they 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63240" y="2446020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4787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Parsers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JSON request body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2446020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7395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method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update / list / destroy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2446020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2688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40003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Serializer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request data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11247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and permission classes run before any of your view logic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Parsers turn the raw request body into Python data DRF can work with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 method you wrote (or ModelViewSet provides) receives that data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separate from — and runs after — Django's own middleware checks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910BD-39BB-B811-F9E5-1881B499E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A26650-B1E4-0772-DB63-5BB1E567EA68}"/>
              </a:ext>
            </a:extLst>
          </p:cNvPr>
          <p:cNvSpPr txBox="1"/>
          <p:nvPr/>
        </p:nvSpPr>
        <p:spPr>
          <a:xfrm>
            <a:off x="8686800" y="63367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— Stage 2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9E268D-3B50-2F2C-9C4E-1ABDCB23A387}"/>
              </a:ext>
            </a:extLst>
          </p:cNvPr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Parsers vs. Serializers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82B90B-FB33-9538-6662-2E06842FA21C}"/>
              </a:ext>
            </a:extLst>
          </p:cNvPr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different jobs that sound alike</a:t>
            </a:r>
            <a:endParaRPr lang="en-US" sz="1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4A3709-7783-D578-5DFA-7C69D3ECE7A6}"/>
              </a:ext>
            </a:extLst>
          </p:cNvPr>
          <p:cNvSpPr/>
          <p:nvPr/>
        </p:nvSpPr>
        <p:spPr>
          <a:xfrm>
            <a:off x="457200" y="16002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7DCAAE-8EF9-A919-9684-8FC87973C406}"/>
              </a:ext>
            </a:extLst>
          </p:cNvPr>
          <p:cNvSpPr txBox="1"/>
          <p:nvPr/>
        </p:nvSpPr>
        <p:spPr>
          <a:xfrm>
            <a:off x="658368" y="1728216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Parsers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F81443-E664-722C-3B1B-7F6F4259B630}"/>
              </a:ext>
            </a:extLst>
          </p:cNvPr>
          <p:cNvSpPr txBox="1"/>
          <p:nvPr/>
        </p:nvSpPr>
        <p:spPr>
          <a:xfrm>
            <a:off x="658368" y="2130552"/>
            <a:ext cx="49926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Direction: bytes to Python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raw request body, decodes it (JSON, form data, multipart)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before your view method sees request.data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Format-aware, not model-aware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546D65D-75C9-4423-3481-115F8E76CC99}"/>
              </a:ext>
            </a:extLst>
          </p:cNvPr>
          <p:cNvSpPr/>
          <p:nvPr/>
        </p:nvSpPr>
        <p:spPr>
          <a:xfrm>
            <a:off x="6309360" y="16002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29C157A-3E21-9528-483E-1F3873D90CC4}"/>
              </a:ext>
            </a:extLst>
          </p:cNvPr>
          <p:cNvSpPr txBox="1"/>
          <p:nvPr/>
        </p:nvSpPr>
        <p:spPr>
          <a:xfrm>
            <a:off x="6510528" y="1728216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Serializers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8FC4FD-5AAD-3DCE-7C06-34A63E22A061}"/>
              </a:ext>
            </a:extLst>
          </p:cNvPr>
          <p:cNvSpPr txBox="1"/>
          <p:nvPr/>
        </p:nvSpPr>
        <p:spPr>
          <a:xfrm>
            <a:off x="6510528" y="2130552"/>
            <a:ext cx="49926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Direction: Python to Python/JSON (both ways)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data and maps it to model fields, or a model instance out to JSON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inside your view method, when you instantiate 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Model-aware — knows field types and validation rules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DE8D1F7-A1ED-D9F5-BCF2-D22CD1BED18B}"/>
              </a:ext>
            </a:extLst>
          </p:cNvPr>
          <p:cNvSpPr txBox="1"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dispatch() vs. the "view method"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5F15459-1D02-EC8E-8EFF-69219E023209}"/>
              </a:ext>
            </a:extLst>
          </p:cNvPr>
          <p:cNvSpPr txBox="1"/>
          <p:nvPr/>
        </p:nvSpPr>
        <p:spPr>
          <a:xfrm>
            <a:off x="457200" y="4572000"/>
            <a:ext cx="11247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dispatch() is fixed framework code — same for every view — that authenticates, checks permissions, then picks a method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 method (create / update / list / destroy) is the code you write, called once dispatch() finishes its checks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824573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4C110-2DCD-D1B1-5D22-4C7D87E4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0C9FEA-F851-EB2A-6B68-713E923122FC}"/>
              </a:ext>
            </a:extLst>
          </p:cNvPr>
          <p:cNvSpPr txBox="1"/>
          <p:nvPr/>
        </p:nvSpPr>
        <p:spPr>
          <a:xfrm>
            <a:off x="8686800" y="63367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Distinctions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01C93C-E88D-398F-1D64-E74935F281DA}"/>
              </a:ext>
            </a:extLst>
          </p:cNvPr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AuthenticationMiddleware vs. authentication_classes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FA4DA9-682E-C000-E940-37F40524422F}"/>
              </a:ext>
            </a:extLst>
          </p:cNvPr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systems that both set request.user</a:t>
            </a:r>
            <a:endParaRPr lang="en-US" sz="1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F190B0F-00CB-A1D6-9384-3B7C0EAEBCD8}"/>
              </a:ext>
            </a:extLst>
          </p:cNvPr>
          <p:cNvSpPr/>
          <p:nvPr/>
        </p:nvSpPr>
        <p:spPr>
          <a:xfrm>
            <a:off x="457200" y="160020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87D9F6-0E41-4A2D-E11E-E87F7F570027}"/>
              </a:ext>
            </a:extLst>
          </p:cNvPr>
          <p:cNvSpPr txBox="1"/>
          <p:nvPr/>
        </p:nvSpPr>
        <p:spPr>
          <a:xfrm>
            <a:off x="658368" y="1728216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Django: AuthenticationMiddleware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D99BA20-7D43-3D8F-DEFA-4EA1372D89AE}"/>
              </a:ext>
            </a:extLst>
          </p:cNvPr>
          <p:cNvSpPr txBox="1"/>
          <p:nvPr/>
        </p:nvSpPr>
        <p:spPr>
          <a:xfrm>
            <a:off x="658368" y="2130552"/>
            <a:ext cx="49926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the middleware stack, before routing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comes from the Django session (cookie → session store → user)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request.user on the Django HttpRequest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 every request to the app, DRF or not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A5ECD6F-6771-7B97-37BC-52541272CB77}"/>
              </a:ext>
            </a:extLst>
          </p:cNvPr>
          <p:cNvSpPr/>
          <p:nvPr/>
        </p:nvSpPr>
        <p:spPr>
          <a:xfrm>
            <a:off x="6309360" y="160020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F3B6C8E-02AB-65C0-F79F-EC24E78AA962}"/>
              </a:ext>
            </a:extLst>
          </p:cNvPr>
          <p:cNvSpPr txBox="1"/>
          <p:nvPr/>
        </p:nvSpPr>
        <p:spPr>
          <a:xfrm>
            <a:off x="6510528" y="1728216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DRF: authentication_classes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BBD202B-2FF0-95FC-FFEC-29CF67F52101}"/>
              </a:ext>
            </a:extLst>
          </p:cNvPr>
          <p:cNvSpPr txBox="1"/>
          <p:nvPr/>
        </p:nvSpPr>
        <p:spPr>
          <a:xfrm>
            <a:off x="6510528" y="2130552"/>
            <a:ext cx="49926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inside dispatch(), after routing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comes from whatever the authenticator reads (token header, JWT...)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request.user on DRF's Request wrapper, independently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only to views built with DRF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0150D4F-1E2B-6212-E212-1E698407CCDE}"/>
              </a:ext>
            </a:extLst>
          </p:cNvPr>
          <p:cNvSpPr/>
          <p:nvPr/>
        </p:nvSpPr>
        <p:spPr>
          <a:xfrm>
            <a:off x="457200" y="47091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93E651C-E18D-F852-AE15-BCDC0378F47D}"/>
              </a:ext>
            </a:extLst>
          </p:cNvPr>
          <p:cNvSpPr txBox="1"/>
          <p:nvPr/>
        </p:nvSpPr>
        <p:spPr>
          <a:xfrm>
            <a:off x="658368" y="47091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pure API client with no session cookie can still be fully authenticated in DRF, because TokenAuthentication / JWTAuthentication don't rely on sessions. Middleware answers the identity question first; DRF re-asks it its own way.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49193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0" y="63367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Serializer to Database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validation becomes a saved row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2179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Serializer(data=...)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Wraps incoming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63240" y="2446020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4787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is_valid()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+ validate() checks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2446020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7395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save()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create() or update()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2446020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2688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40003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created / updated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11247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is_valid() runs field-level validation, then any validate() method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save() decides whether to call create() or update() based on the instance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create() and update() are the customization points — you (or ModelSerializer) define how data is actually persisted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serializer never touches the database directly — save() does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7724F-F31F-AFCB-46E7-74BFD4820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735D44-12A4-FA8C-17A0-0F29AA1EB75A}"/>
              </a:ext>
            </a:extLst>
          </p:cNvPr>
          <p:cNvSpPr txBox="1"/>
          <p:nvPr/>
        </p:nvSpPr>
        <p:spPr>
          <a:xfrm>
            <a:off x="8686800" y="63367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— Stage 3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1644DE-E7E7-94EC-30B9-B9DD45C0CF06}"/>
              </a:ext>
            </a:extLst>
          </p:cNvPr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Validation Levels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6A923E-A450-1897-534C-AE38D5EF4EBE}"/>
              </a:ext>
            </a:extLst>
          </p:cNvPr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is_valid() actually runs, in order</a:t>
            </a:r>
            <a:endParaRPr lang="en-US" sz="1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485E0AA-41DA-4500-E998-3585B2878FBA}"/>
              </a:ext>
            </a:extLst>
          </p:cNvPr>
          <p:cNvSpPr/>
          <p:nvPr/>
        </p:nvSpPr>
        <p:spPr>
          <a:xfrm>
            <a:off x="1005840" y="17373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D15983-5AAA-20DC-F0A8-FB6E4093CA59}"/>
              </a:ext>
            </a:extLst>
          </p:cNvPr>
          <p:cNvSpPr txBox="1"/>
          <p:nvPr/>
        </p:nvSpPr>
        <p:spPr>
          <a:xfrm>
            <a:off x="1078992" y="1792224"/>
            <a:ext cx="31455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min_value, validators=[...]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62A732F-7145-4847-DF65-7B8AB6D7304D}"/>
              </a:ext>
            </a:extLst>
          </p:cNvPr>
          <p:cNvSpPr/>
          <p:nvPr/>
        </p:nvSpPr>
        <p:spPr>
          <a:xfrm>
            <a:off x="4297680" y="2217420"/>
            <a:ext cx="45720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3260B77-342D-7D27-D6DA-55B7B65AB647}"/>
              </a:ext>
            </a:extLst>
          </p:cNvPr>
          <p:cNvSpPr/>
          <p:nvPr/>
        </p:nvSpPr>
        <p:spPr>
          <a:xfrm>
            <a:off x="4754880" y="17373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465AA2-3ADC-061D-3AC9-247183368DEC}"/>
              </a:ext>
            </a:extLst>
          </p:cNvPr>
          <p:cNvSpPr txBox="1"/>
          <p:nvPr/>
        </p:nvSpPr>
        <p:spPr>
          <a:xfrm>
            <a:off x="4828032" y="1792224"/>
            <a:ext cx="31455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validate_&lt;field&gt;()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Custom, single-field logic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A67263A-8292-26EC-52A9-7FD6275DC89C}"/>
              </a:ext>
            </a:extLst>
          </p:cNvPr>
          <p:cNvSpPr/>
          <p:nvPr/>
        </p:nvSpPr>
        <p:spPr>
          <a:xfrm>
            <a:off x="8046720" y="2217420"/>
            <a:ext cx="45720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5DDA691-E2A0-C300-ADDA-A870707D447E}"/>
              </a:ext>
            </a:extLst>
          </p:cNvPr>
          <p:cNvSpPr/>
          <p:nvPr/>
        </p:nvSpPr>
        <p:spPr>
          <a:xfrm>
            <a:off x="8503920" y="17373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EE326AF-3785-203D-8CB1-1B6B9CFBB3D7}"/>
              </a:ext>
            </a:extLst>
          </p:cNvPr>
          <p:cNvSpPr txBox="1"/>
          <p:nvPr/>
        </p:nvSpPr>
        <p:spPr>
          <a:xfrm>
            <a:off x="8577072" y="1792224"/>
            <a:ext cx="31455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validate(self, data)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last — sees all fields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0D6C4FD-8913-6E10-10E8-791DF03A385F}"/>
              </a:ext>
            </a:extLst>
          </p:cNvPr>
          <p:cNvSpPr txBox="1"/>
          <p:nvPr/>
        </p:nvSpPr>
        <p:spPr>
          <a:xfrm>
            <a:off x="457200" y="3063240"/>
            <a:ext cx="11247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validators are declarative and run independently per field — they know nothing about other fields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validate_&lt;field_name&gt;() lets you write custom logic for one specific field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validate(self, data) runs only after every field passes individually — the only level that can compare fields (e.g. end_date after start_date)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level raising ValidationError stops the chain — is_valid() returns False, save() never runs, errors collect in serializer.errors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969121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0" y="63367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The Way Back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 saved instance into an HTTP response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2179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saved instance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63240" y="2446020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4787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Serializer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to 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2446020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7395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the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2446020"/>
            <a:ext cx="41148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2688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400032" y="2020824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reverse order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11247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saved model instance is handed back to the serializer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renderer formats it as JSON (or another content type)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 passes back up through the same middleware chain, in reverse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finally receives the completed HTTP response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0" y="63367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Distinctions Worth Remembering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points of confusion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1247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middleware runs on every request; DRF's auth/permission classes only apply to DRF views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request.user from AuthenticationMiddleware is separate from DRF's own authentication_classes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is_valid() only validates — it never writes to the database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create() and update() are where persistence actually happens, and where you customize it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0" y="63367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Roadmap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in, response out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30352" y="197510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request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42032" y="2377440"/>
            <a:ext cx="27432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816352" y="192024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889504" y="197510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/ out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01184" y="2377440"/>
            <a:ext cx="27432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75504" y="192024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248656" y="197510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router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60336" y="2377440"/>
            <a:ext cx="27432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34656" y="192024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607808" y="197510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19488" y="2377440"/>
            <a:ext cx="27432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93808" y="192024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966960" y="197510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/ perms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access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99616" y="2834640"/>
            <a:ext cx="0" cy="50292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30352" y="339242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Parsers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body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42032" y="3794760"/>
            <a:ext cx="27432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16352" y="333756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2889504" y="339242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Serializer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is_valid()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01184" y="3794760"/>
            <a:ext cx="27432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75504" y="333756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5875">
            <a:solidFill>
              <a:srgbClr val="0092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5248656" y="339242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save()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create/update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60336" y="3794760"/>
            <a:ext cx="27432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34656" y="333756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587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607808" y="339242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written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19488" y="3794760"/>
            <a:ext cx="27432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893808" y="333756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3F4FA"/>
          </a:solidFill>
          <a:ln w="15875">
            <a:solidFill>
              <a:srgbClr val="2A3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9966960" y="339242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client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Down: request continues into the serializer layer.  Up (not shown): the response retraces this path in reverse through middleware.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67328" y="4517136"/>
            <a:ext cx="465429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F5C0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End!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1176</Words>
  <Application>Microsoft Office PowerPoint</Application>
  <PresentationFormat>Widescreen</PresentationFormat>
  <Paragraphs>175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Cuckoodiles</cp:lastModifiedBy>
  <cp:revision>2</cp:revision>
  <dcterms:created xsi:type="dcterms:W3CDTF">2026-09-23T01:49:32Z</dcterms:created>
  <dcterms:modified xsi:type="dcterms:W3CDTF">2026-09-23T02:01:25Z</dcterms:modified>
</cp:coreProperties>
</file>